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21295C"/>
                </a:solidFill>
                <a:latin typeface="Arial"/>
              </a:rPr>
              <a:t>r and R² — Model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(Pearson)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Model 1: AthleteCount</c:v>
                </c:pt>
                <c:pt idx="1">
                  <c:v>Model 2: DisciplineCount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0.875</c:v>
                </c:pt>
                <c:pt idx="1">
                  <c:v>0.74099999999999999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97-4E97-9619-31FEDF9772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R² (Explained Variance)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Model 1: AthleteCount</c:v>
                </c:pt>
                <c:pt idx="1">
                  <c:v>Model 2: DisciplineCount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0.76600000000000001</c:v>
                </c:pt>
                <c:pt idx="1">
                  <c:v>0.54900000000000004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97-4E97-9619-31FEDF9772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879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analyses the Tokyo 2020 Olympic dataset to find statistical associations between how countries participate and how many medals they win. Two research questions, two regression models, and a clear business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run any models we need to understand the data. The Athletes file has 11,085 rows — one per athlete. We aggregated it to 93 country-level rows and joined it with the medal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research questions, both using simple linear regression. Key point: for linear regression, the primary X variable must be numeric. AthleteCount and DisciplineCount are both numeric counts — this satisfies the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modelling, always explore the data. Two key observations: 1) medal counts are skewed — keep outliers in, they are real. 2) The correlation matrix shows both predictors are strongly related to medal count, which justifies both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statistic. r = 0.875 means very strong positive correlation. R² = 0.766 means athlete count explains 76.6% of the variation — that is very high for a single-variable model. The coefficient β = 0.127 tells us the slope: each extra athlete is associated with 0.127 more medals. p &lt; 0.001 means this result is statistically significant.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structure as the previous slide. r = 0.741 is still strong, but noticeably weaker than 0.875. R² = 0.549 — discipline count explains just over half the variation. Important nuance: athlete count and discipline count are related — bigger squads naturally compete in more sports. Model 2 may partly be picking up the same signal as Model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students skip residuals — this shows you actually understand the methodology. Explain what a residual is in plain language first. Then explain what the two plots tell you. The violations are real but expected given the outlier 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 about the violations — this demonstrates methodological maturity. The key message: the violations do not invalidate the findings, they are a known limitation driven by the outlier nations. The strong R² and p-values still give us confidence in the associations.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slide. Compare r and R² side by side for both models. Then connect to a real business insight: if you are advising a national Olympic committee, what does this data tell them about strategy?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honesty. The limitations do not undermine the findings — they contextualise them. The most important limitation is correlation vs causation: we are identifying associations, not proving that sending more athletes causes more medals.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Tokyo 2020 Olympics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0" y="2560320"/>
            <a:ext cx="256032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are associated with Olympic medal success?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HBO ICT Business Analytics  ·  Semester 3  ·  Dataset: Tokyo 2020 Olympics (Kaggle)  ·  93 countries  ·  11,085 athletes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11,085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11480" y="18105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competitors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206 countries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F96167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0241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337560" y="18105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won at least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medal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960120"/>
            <a:ext cx="2743200" cy="192024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0241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263640" y="18105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sports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Tokyo 2020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analysis dataset was built: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4290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" y="349300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Aggregate Athletes 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382219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athlete → grouped by country to count total athletes (AthleteCount) and unique disciplines (DisciplineCount) per country.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4290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47288" y="349300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Join with Medals file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47288" y="382219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 totals per country joined on country name (NOC). Result: 93 rows, one per medal-winning country.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34290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73368" y="349300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Final dataset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73368" y="3822192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variables ready for regression: Total Medals (Y), AthleteCount (X₁), DisciplineCount (X₂).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960120" cy="173736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097280"/>
            <a:ext cx="6995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linear relationship between how many athletes a country sends and how many medals it wins?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6995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(independent):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AthleteCount — total athletes sent (numeric)     |     </a:t>
            </a: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 (dependent):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Medals won (numeric)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960120" cy="1737360"/>
          </a:xfrm>
          <a:prstGeom prst="roundRect">
            <a:avLst>
              <a:gd name="adj" fmla="val 9524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960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017520"/>
            <a:ext cx="6995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linear relationship between how many disciplines a country competes in and how many medals it wins?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6995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(independent):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DisciplineCount — unique sports entered (numeric)     |     </a:t>
            </a: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 (dependent):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Medals won (numeric)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use Ordinary Least Squares (OLS) Simple Linear Regression  ·  Both X and Y variables are numeric  ·  93 observations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the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pptx_imgs2/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5120640" cy="2834640"/>
          </a:xfrm>
          <a:prstGeom prst="rect">
            <a:avLst/>
          </a:prstGeom>
        </p:spPr>
      </p:pic>
      <p:pic>
        <p:nvPicPr>
          <p:cNvPr id="5" name="Image 1" descr="/home/claude/pptx_imgs2/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868680"/>
            <a:ext cx="3200400" cy="2926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3822192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02920" y="3877056"/>
            <a:ext cx="4846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tell us?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is strongly right-skewed — most countries win fewer than 10 medals. A small number of powerful nations dominate. This is the reality of Olympic competition.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623560" y="3822192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760720" y="3877056"/>
            <a:ext cx="2926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AthleteCount correlates with Total at r = 0.88, DisciplineCount at r = 0.74. Both are strong — both are worth modelling.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— Athlete Count &amp; Medal Success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pptx_imgs2/scatter_mod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55778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914400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9509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0.875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80760" y="131673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coefficient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positive association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80760" y="1847088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8836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 =  0.766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80760" y="224942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76.6% of medal variation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athlete count alone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80760" y="2779776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80760" y="28163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 =  +0.127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80760" y="3182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athlete sent 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+0.13 more medals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80760" y="3712464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80760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&lt;  0.001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080760" y="411480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— this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is not due to chance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" y="4617720"/>
            <a:ext cx="8458200" cy="438912"/>
          </a:xfrm>
          <a:prstGeom prst="roundRect">
            <a:avLst>
              <a:gd name="adj" fmla="val 1666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645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Countries that send larger delegations are strongly associated with winning more medals. Sending 8 more athletes relates to roughly 1 extra medal on average. This is the strongest finding in our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— Discipline Breadth &amp; Medal Success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pptx_imgs2/scatter_mode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55778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914400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80760" y="9509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0.741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80760" y="131673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coefficient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association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80760" y="1847088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8836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 =  0.549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80760" y="224942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54.9% of medal variation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discipline count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80760" y="2779776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80760" y="28163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 =  +1.244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80760" y="3182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discipline entered 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+1.24 more medals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80760" y="3712464"/>
            <a:ext cx="274320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80760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&lt;  0.001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080760" y="411480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— this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is not due to chance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" y="4617720"/>
            <a:ext cx="8458200" cy="438912"/>
          </a:xfrm>
          <a:prstGeom prst="roundRect">
            <a:avLst>
              <a:gd name="adj" fmla="val 16667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645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Countries competing across more sports also tend to win more medals — but this relationship is weaker than athlete count (R² drops from 0.766 to 0.549). Breadth matters, but size matters more.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Residuals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residual is the difference between what the model predicted and what actually happened.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our model says a country should win 20 medals but they won 35 — the residual is +15.</a:t>
            </a:r>
            <a:endParaRPr lang="en-US" sz="1300" dirty="0"/>
          </a:p>
        </p:txBody>
      </p:sp>
      <p:pic>
        <p:nvPicPr>
          <p:cNvPr id="5" name="Image 0" descr="/home/claude/pptx_imgs2/resid_mod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64208"/>
            <a:ext cx="859536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462272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44897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 Fitted: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scattered around the red line at zero = the model's errors are random, not systematic. There is a slight fan shape at higher values, which indicates heteroscedasticity.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4462272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00600" y="448970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Plot: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follow the diagonal line in the middle but deviate at the tails — residuals are not perfectly normal, driven by outlier nations (USA, China) at the top end.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Assumptions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requires 5 assumptions. Checking them shows whether the model results can be trusted.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285292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and Y have a straight-line relationship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Satisfied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Satisfied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observation (country) is separate and unrelated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Satisfied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Satisfied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Normality of residuals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errors follow a normal distribution (Shapiro-Wilk test)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Violated — outliers skew the 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Violated — outliers skew the 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Homoscedasticity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Residuals have constant variance (Breusch-Pagan test)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Violated — variance fans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Violated — variance fans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multicollinearity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one X variable — not applicable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25196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42976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 for our findings? 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violations are caused by outlier nations — the USA, China, and ROC are extreme cases that inflate residual variance and skew the distribution. These are </a:t>
            </a: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points, not errors.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Despite the violations, both models have very strong R² values and p-values far below 0.001. The overall associations we found are robust — but results should be interpreted as associations, not predictions.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Two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6012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79008" y="10058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Both are significant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79008" y="12984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in both models. Neither result is due to chance.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178308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779008" y="18288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Model 1 is stronger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79008" y="21214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0.875, R² = 0.766. Squad size is the dominant factor.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260604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79008" y="26517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Model 2 also holds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79008" y="29443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0.741, R² = 0.549. Discipline breadth matters — but less so.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342900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79008" y="34747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The two are correlated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79008" y="37673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squads enter more sports. Model 2 partly echoes Model 1.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4251960"/>
            <a:ext cx="8458200" cy="713232"/>
          </a:xfrm>
          <a:prstGeom prst="roundRect">
            <a:avLst>
              <a:gd name="adj" fmla="val 1025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3159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insight: For national Olympic committees, the data suggests that investing in a larger athlete pool is more strongly associated with medal success than spreading across many sports. Depth before breadth.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397764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Yes: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Strong positive association between athlete count and medals. r = 0.875, R² = 0.766, p &lt; 0.001.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Yes: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Positive association between discipline count and medals. r = 0.741, R² = 0.549, p &lt; 0.001.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Athlete count is the stronger predictor. How many athletes you send matters more than how many different sports you enter.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associations are statistically significant and robust.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0" cy="3977640"/>
          </a:xfrm>
          <a:prstGeom prst="line">
            <a:avLst/>
          </a:prstGeom>
          <a:noFill/>
          <a:ln w="19050">
            <a:solidFill>
              <a:srgbClr val="4A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9601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92040" y="1389888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Wealthier countries invest more in sport AND send more athletes. A third variable drives both.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violations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and homoscedasticity violated due to dominant nations. Results are directionally correct but confidence intervals should be treated with caution.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GDP, population, sports budget, and historical performance are not included — these would improve the model significantly.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5936</TotalTime>
  <Words>1585</Words>
  <Application>Microsoft Office PowerPoint</Application>
  <PresentationFormat>On-screen Show (16:9)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Tokyo 2020 Olympics – Medal Analysis</dc:title>
  <dc:subject>PptxGenJS Presentation</dc:subject>
  <dc:creator>PptxGenJS</dc:creator>
  <cp:lastModifiedBy>Marinova,Patritsia P.K.</cp:lastModifiedBy>
  <cp:revision>1</cp:revision>
  <dcterms:created xsi:type="dcterms:W3CDTF">2026-06-13T07:52:57Z</dcterms:created>
  <dcterms:modified xsi:type="dcterms:W3CDTF">2026-06-17T10:51:07Z</dcterms:modified>
</cp:coreProperties>
</file>